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UI/UX AI 混合工作流程實戰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從研究、排版、預估到產出規範的自動化工具箱</a:t>
            </a:r>
          </a:p>
          <a:p>
            <a:r>
              <a:t>EY 顧問風格精煉版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一、現狀痛點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1. 競品分析資料散亂</a:t>
            </a:r>
          </a:p>
          <a:p>
            <a:pPr>
              <a:spcAft>
                <a:spcPts val="1000"/>
              </a:spcAft>
            </a:pPr>
            <a:r>
              <a:t>2. 簡報排版手動調整</a:t>
            </a:r>
          </a:p>
          <a:p>
            <a:pPr>
              <a:spcAft>
                <a:spcPts val="1000"/>
              </a:spcAft>
            </a:pPr>
            <a:r>
              <a:t>3. 人天預估耗時</a:t>
            </a:r>
          </a:p>
          <a:p>
            <a:pPr>
              <a:spcAft>
                <a:spcPts val="1000"/>
              </a:spcAft>
            </a:pPr>
            <a:r>
              <a:t>4. 原型細節不足</a:t>
            </a:r>
          </a:p>
          <a:p>
            <a:pPr>
              <a:spcAft>
                <a:spcPts val="1000"/>
              </a:spcAft>
            </a:pPr>
            <a:r>
              <a:t>5. 規範與視覺脫節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二、核心方法論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設計師專注決策，AI 處理結構化任務</a:t>
            </a:r>
          </a:p>
          <a:p>
            <a:pPr>
              <a:spcAft>
                <a:spcPts val="1000"/>
              </a:spcAft>
            </a:pPr>
            <a:r>
              <a:t>從「被動查詢」轉向「主動互動」</a:t>
            </a:r>
          </a:p>
          <a:p>
            <a:pPr>
              <a:spcAft>
                <a:spcPts val="1000"/>
              </a:spcAft>
            </a:pPr>
            <a:r>
              <a:t>實現適材適所的混合工作流程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三、解決方案 1：任務化研究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獵取全球標竿的高頻互動機制</a:t>
            </a:r>
          </a:p>
          <a:p>
            <a:pPr>
              <a:spcAft>
                <a:spcPts val="1000"/>
              </a:spcAft>
            </a:pPr>
            <a:r>
              <a:t>建立任務素材庫</a:t>
            </a:r>
          </a:p>
          <a:p>
            <a:pPr>
              <a:spcAft>
                <a:spcPts val="1000"/>
              </a:spcAft>
            </a:pPr>
            <a:r>
              <a:t>為後續改版提供策略子彈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四、解決方案 2：簡報自動化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NotebookLM 大綱 -&gt; Gemini Canvas 產出</a:t>
            </a:r>
          </a:p>
          <a:p>
            <a:pPr>
              <a:spcAft>
                <a:spcPts val="1000"/>
              </a:spcAft>
            </a:pPr>
            <a:r>
              <a:t>省去 80% 美編勞動</a:t>
            </a:r>
          </a:p>
          <a:p>
            <a:pPr>
              <a:spcAft>
                <a:spcPts val="1000"/>
              </a:spcAft>
            </a:pPr>
            <a:r>
              <a:t>確保視覺層級清晰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五、解決方案 3：精準預估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自建 CLI Skill 產出標準 WBS</a:t>
            </a:r>
          </a:p>
          <a:p>
            <a:pPr>
              <a:spcAft>
                <a:spcPts val="1000"/>
              </a:spcAft>
            </a:pPr>
            <a:r>
              <a:t>評估透明化</a:t>
            </a:r>
          </a:p>
          <a:p>
            <a:pPr>
              <a:spcAft>
                <a:spcPts val="1000"/>
              </a:spcAft>
            </a:pPr>
            <a:r>
              <a:t>節省規劃報價時間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六、解決方案 4：任務化改版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從「領東西才開」變成「天天都想看」</a:t>
            </a:r>
          </a:p>
          <a:p>
            <a:pPr>
              <a:spcAft>
                <a:spcPts val="1000"/>
              </a:spcAft>
            </a:pPr>
            <a:r>
              <a:t>Figma Make 快速視覺化</a:t>
            </a:r>
          </a:p>
          <a:p>
            <a:pPr>
              <a:spcAft>
                <a:spcPts val="1000"/>
              </a:spcAft>
            </a:pPr>
            <a:r>
              <a:t>驗證心理誘因效果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七、解決方案 5：規範自動化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Claude 讀取網頁產生 Guideline</a:t>
            </a:r>
          </a:p>
          <a:p>
            <a:pPr>
              <a:spcAft>
                <a:spcPts val="1000"/>
              </a:spcAft>
            </a:pPr>
            <a:r>
              <a:t>實現「產出即規範」</a:t>
            </a:r>
          </a:p>
          <a:p>
            <a:pPr>
              <a:spcAft>
                <a:spcPts val="1000"/>
              </a:spcAft>
            </a:pPr>
            <a:r>
              <a:t>設計與開發 100% 同步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八、總結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回歸決策價值</a:t>
            </a:r>
          </a:p>
          <a:p>
            <a:pPr>
              <a:spcAft>
                <a:spcPts val="1000"/>
              </a:spcAft>
            </a:pPr>
            <a:r>
              <a:t>建立高效自動化閉環</a:t>
            </a:r>
          </a:p>
          <a:p>
            <a:pPr>
              <a:spcAft>
                <a:spcPts val="1000"/>
              </a:spcAft>
            </a:pPr>
            <a:r>
              <a:t>持續優化使用者體驗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