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E600"/>
                </a:solidFill>
              </a:defRPr>
            </a:pPr>
            <a:r>
              <a:t>UI/UX AI 混合工作流程實戰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一、現狀痛點：流程中的時間損耗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競品分析資料散亂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簡報排版手動調整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人天預估過於耗時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原型細節不足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規範與視覺稿脫節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二、核心方法論：適材適所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設計師專注決策，AI 處理機械任務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從「被動查詢」轉向「主動互動」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實現適材適所的自動化閉環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三、實戰 1：任務化研究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獵取全球標竿的高頻互動機制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破解 GS25、全聯等上癮任務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建立策略子彈素材庫</a:t>
            </a:r>
          </a:p>
        </p:txBody>
      </p:sp>
      <p:pic>
        <p:nvPicPr>
          <p:cNvPr id="4" name="Picture 3" descr="research-japan-r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140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三、實戰 1：10 大任務化亮點 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1. 雲端列印：解決等待焦慮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2. 賣家集章：目標漸近心理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3. 雲端冰箱：損失趨避引導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4. 機台掃碼：秒速登入體感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5. 超級一鍵通：結帳壓力消除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三、實戰 1：10 大任務化亮點 (B)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6. 每日好運籤：變動獎勵回訪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7. 繳費刮刮樂：負面情緒補償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8. 包裹雷達：期待感驅動開啟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9. 娛樂票夾：數位資產信任感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10. 點數計算機：價值直觀化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四、實戰 2：簡報排版自動化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大綱提煉 -&gt; 專家指令 -&gt; 內容產出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省去 80% 美編勞動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確保符合企業視覺規範</a:t>
            </a:r>
          </a:p>
        </p:txBody>
      </p:sp>
      <p:pic>
        <p:nvPicPr>
          <p:cNvPr id="4" name="Picture 3" descr="gemini-canvas-ppt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261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五、實戰 3：精準人天預估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WBS 評估自動化 Skill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拆解到最小可估算的執行單位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透明化設計與開發成本</a:t>
            </a:r>
          </a:p>
        </p:txBody>
      </p:sp>
      <p:pic>
        <p:nvPicPr>
          <p:cNvPr id="4" name="Picture 3" descr="cli-excel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46213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六、實戰 4：『我的專屬』改版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從「領東西才開」變成「天天都想看」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利用任務機制提升互動頻率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快速產出高擬真視覺驗證想法</a:t>
            </a:r>
          </a:p>
        </p:txBody>
      </p:sp>
      <p:pic>
        <p:nvPicPr>
          <p:cNvPr id="4" name="Picture 3" descr="new_strategy_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11532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E6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4"/>
                </a:solidFill>
                <a:latin typeface="Microsoft JhengHei"/>
              </a:defRPr>
            </a:pPr>
            <a:r>
              <a:t>七、實戰 5：設計規範自動化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Claude 讀取網頁產出 Guideline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實現「產出即規範」之目標</a:t>
            </a:r>
          </a:p>
          <a:p>
            <a:pPr>
              <a:spcAft>
                <a:spcPts val="1200"/>
              </a:spcAft>
              <a:defRPr sz="2000">
                <a:solidFill>
                  <a:srgbClr val="2E2E2E"/>
                </a:solidFill>
                <a:latin typeface="Microsoft JhengHei"/>
              </a:defRPr>
            </a:pPr>
            <a:r>
              <a:t>• 確保資產同步，免去人工排版</a:t>
            </a:r>
          </a:p>
        </p:txBody>
      </p:sp>
      <p:pic>
        <p:nvPicPr>
          <p:cNvPr id="4" name="Picture 3" descr="design-system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1902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