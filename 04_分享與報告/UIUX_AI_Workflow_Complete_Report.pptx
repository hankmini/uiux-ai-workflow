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UI/UX AI 混合工作流程實戰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全家 My FamiPort 『我的專屬』改版實錄</a:t>
            </a:r>
          </a:p>
          <a:p>
            <a:r>
              <a:t>顧問級別完整報告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一、現狀痛點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800"/>
              </a:spcAft>
            </a:pPr>
            <a:r>
              <a:t>1. 競品分析資料散亂：難以收斂重點。</a:t>
            </a:r>
          </a:p>
          <a:p>
            <a:pPr>
              <a:spcAft>
                <a:spcPts val="800"/>
              </a:spcAft>
            </a:pPr>
            <a:r>
              <a:t>2. 簡報排版手動調整：產能損耗高。</a:t>
            </a:r>
          </a:p>
          <a:p>
            <a:pPr>
              <a:spcAft>
                <a:spcPts val="800"/>
              </a:spcAft>
            </a:pPr>
            <a:r>
              <a:t>3. 規劃人天與預估頁面：過於耗時。</a:t>
            </a:r>
          </a:p>
          <a:p>
            <a:pPr>
              <a:spcAft>
                <a:spcPts val="800"/>
              </a:spcAft>
            </a:pPr>
            <a:r>
              <a:t>4. 彙整想法製作高擬真：傳統原型細節不足。</a:t>
            </a:r>
          </a:p>
          <a:p>
            <a:pPr>
              <a:spcAft>
                <a:spcPts val="800"/>
              </a:spcAft>
            </a:pPr>
            <a:r>
              <a:t>5. 設計系統自動產出：手動整理難以同步。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二、核心方法論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800"/>
              </a:spcAft>
            </a:pPr>
            <a:r>
              <a:t>核心觀念：讓設計師專注於決策，而非機械產出</a:t>
            </a:r>
          </a:p>
          <a:p>
            <a:pPr>
              <a:spcAft>
                <a:spcPts val="800"/>
              </a:spcAft>
            </a:pPr>
            <a:r>
              <a:t>傳統模式：手動開分頁 -&gt; 複製貼上 -&gt; 資訊過載</a:t>
            </a:r>
          </a:p>
          <a:p>
            <a:pPr>
              <a:spcAft>
                <a:spcPts val="800"/>
              </a:spcAft>
            </a:pPr>
            <a:r>
              <a:t>混合模式：AI 廣搜 -&gt; 篩選萃取關鍵表格 -&gt; 自動化工具產出細節</a:t>
            </a:r>
          </a:p>
          <a:p>
            <a:pPr>
              <a:spcAft>
                <a:spcPts val="800"/>
              </a:spcAft>
            </a:pPr>
            <a:r>
              <a:t>工具組合：Gemini Deep Research + NotebookLM + Figma Make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三、實戰 1：任務化研究 (Part 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800"/>
              </a:spcAft>
            </a:pPr>
            <a:r>
              <a:t>研究核心：收集後續戰鬥所需的「任務子彈」</a:t>
            </a:r>
          </a:p>
          <a:p>
            <a:pPr>
              <a:spcAft>
                <a:spcPts val="800"/>
              </a:spcAft>
            </a:pPr>
            <a:r>
              <a:t>動作：掃描全球高黏著度機制 (GS25, 全聯, 日本超商)</a:t>
            </a:r>
          </a:p>
          <a:p>
            <a:pPr>
              <a:spcAft>
                <a:spcPts val="800"/>
              </a:spcAft>
            </a:pPr>
            <a:r>
              <a:t>成果：建立行為誘因素材庫，破解使用者上癮任務</a:t>
            </a:r>
          </a:p>
        </p:txBody>
      </p:sp>
      <p:pic>
        <p:nvPicPr>
          <p:cNvPr id="4" name="Picture 3" descr="research-japan-r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371600"/>
            <a:ext cx="7810856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三、實戰 1：10 大任務化亮點 (1-5)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800"/>
              </a:spcAft>
            </a:pPr>
            <a:r>
              <a:t>1. Fami-Link 雲端列印快手：解決等待焦慮，彈出限時券。</a:t>
            </a:r>
          </a:p>
          <a:p>
            <a:pPr>
              <a:spcAft>
                <a:spcPts val="800"/>
              </a:spcAft>
            </a:pPr>
            <a:r>
              <a:t>2. 賣家集章卡：利用目標漸近心理，留住高價值賣家。</a:t>
            </a:r>
          </a:p>
          <a:p>
            <a:pPr>
              <a:spcAft>
                <a:spcPts val="800"/>
              </a:spcAft>
            </a:pPr>
            <a:r>
              <a:t>3. 我的雲端冰箱：利用損失趨避，引導主動回訪。</a:t>
            </a:r>
          </a:p>
          <a:p>
            <a:pPr>
              <a:spcAft>
                <a:spcPts val="800"/>
              </a:spcAft>
            </a:pPr>
            <a:r>
              <a:t>4. 機台掃碼通：消滅手動輸入，建立操作依賴。</a:t>
            </a:r>
          </a:p>
          <a:p>
            <a:pPr>
              <a:spcAft>
                <a:spcPts val="800"/>
              </a:spcAft>
            </a:pPr>
            <a:r>
              <a:t>5. 超級一鍵通：聚合支付，解決結帳排隊壓力。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三、實戰 1：10 大任務化亮點 (6-10)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800"/>
              </a:spcAft>
            </a:pPr>
            <a:r>
              <a:t>6. 每日好運籤：變動獎勵機制，培養每日回訪慣性。</a:t>
            </a:r>
          </a:p>
          <a:p>
            <a:pPr>
              <a:spcAft>
                <a:spcPts val="800"/>
              </a:spcAft>
            </a:pPr>
            <a:r>
              <a:t>7. 繳費刮刮樂：轉化支付痛苦為中獎驚喜。</a:t>
            </a:r>
          </a:p>
          <a:p>
            <a:pPr>
              <a:spcAft>
                <a:spcPts val="800"/>
              </a:spcAft>
            </a:pPr>
            <a:r>
              <a:t>8. 包裹雷達：包裹期待感驅動，創造高價值開啟點。</a:t>
            </a:r>
          </a:p>
          <a:p>
            <a:pPr>
              <a:spcAft>
                <a:spcPts val="800"/>
              </a:spcAft>
            </a:pPr>
            <a:r>
              <a:t>9. 娛樂票夾：擬真票根，建立數位資產信任。</a:t>
            </a:r>
          </a:p>
          <a:p>
            <a:pPr>
              <a:spcAft>
                <a:spcPts val="800"/>
              </a:spcAft>
            </a:pPr>
            <a:r>
              <a:t>10. 點數計算機：價值直觀化，強化兌換動機。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四、實戰 2：簡報排版自動化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800"/>
              </a:spcAft>
            </a:pPr>
            <a:r>
              <a:t>方案：NotebookLM 結構化輸出 + Gemini Canvas 專家轉化</a:t>
            </a:r>
          </a:p>
          <a:p>
            <a:pPr>
              <a:spcAft>
                <a:spcPts val="800"/>
              </a:spcAft>
            </a:pPr>
            <a:r>
              <a:t>動作：一鍵生成符合企業視覺規範的排版內容</a:t>
            </a:r>
          </a:p>
          <a:p>
            <a:pPr>
              <a:spcAft>
                <a:spcPts val="800"/>
              </a:spcAft>
            </a:pPr>
            <a:r>
              <a:t>價值：省去 80% 格式調整時間，專注內容品質</a:t>
            </a:r>
          </a:p>
        </p:txBody>
      </p:sp>
      <p:pic>
        <p:nvPicPr>
          <p:cNvPr id="4" name="Picture 3" descr="gemini-canvas-ppt-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371600"/>
            <a:ext cx="7394351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五、實戰 3：精準人天預估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800"/>
              </a:spcAft>
            </a:pPr>
            <a:r>
              <a:t>工具：Gemini CLI 自建 Project Architect Skill</a:t>
            </a:r>
          </a:p>
          <a:p>
            <a:pPr>
              <a:spcAft>
                <a:spcPts val="800"/>
              </a:spcAft>
            </a:pPr>
            <a:r>
              <a:t>動作：需求規格一鍵轉化為標準 6 欄位 WBS 報表</a:t>
            </a:r>
          </a:p>
          <a:p>
            <a:pPr>
              <a:spcAft>
                <a:spcPts val="800"/>
              </a:spcAft>
            </a:pPr>
            <a:r>
              <a:t>價值：實現設計與開發成本的透明化與精確化</a:t>
            </a:r>
          </a:p>
        </p:txBody>
      </p:sp>
      <p:pic>
        <p:nvPicPr>
          <p:cNvPr id="4" name="Picture 3" descr="cli-excel-gene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371600"/>
            <a:ext cx="3618541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六、實戰 4：『我的專屬』任務化改版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800"/>
              </a:spcAft>
            </a:pPr>
            <a:r>
              <a:t>核心做法：從「領東西才開」變成「天天都想看」</a:t>
            </a:r>
          </a:p>
          <a:p>
            <a:pPr>
              <a:spcAft>
                <a:spcPts val="800"/>
              </a:spcAft>
            </a:pPr>
            <a:r>
              <a:t>策略：將沈默記帳本轉化為互動中心，快速產出高擬真視覺</a:t>
            </a:r>
          </a:p>
          <a:p>
            <a:pPr>
              <a:spcAft>
                <a:spcPts val="800"/>
              </a:spcAft>
            </a:pPr>
            <a:r>
              <a:t>目的：驗證領獎勵的成就感是否能引發使用者主動回訪</a:t>
            </a:r>
          </a:p>
        </p:txBody>
      </p:sp>
      <p:pic>
        <p:nvPicPr>
          <p:cNvPr id="4" name="Picture 3" descr="new_strategy_pl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371600"/>
            <a:ext cx="14500698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六、實戰 4：UX 策略演進報告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800"/>
              </a:spcAft>
            </a:pPr>
            <a:r>
              <a:t>[資訊焦點] 舊：促動消費 (焦慮驅動) | 新：狀態感知 (透明度優先)</a:t>
            </a:r>
          </a:p>
          <a:p>
            <a:pPr>
              <a:spcAft>
                <a:spcPts val="800"/>
              </a:spcAft>
            </a:pPr>
            <a:r>
              <a:t>[視覺識別] 舊：節點不一、重心偏移 | 新：20px 標準節點、格式塔對稱</a:t>
            </a:r>
          </a:p>
          <a:p>
            <a:pPr>
              <a:spcAft>
                <a:spcPts val="800"/>
              </a:spcAft>
            </a:pPr>
            <a:r>
              <a:t>[設計系統] 舊：桌面思維、間距不一 | 新：Mobile-First、10px/20px 間距</a:t>
            </a:r>
          </a:p>
          <a:p>
            <a:pPr>
              <a:spcAft>
                <a:spcPts val="800"/>
              </a:spcAft>
            </a:pPr>
            <a:r>
              <a:t>結論：從「推銷員」轉型為「私人秘書」，將控制權交還使用者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七、實戰 5：設計規範自動化產出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800"/>
              </a:spcAft>
            </a:pPr>
            <a:r>
              <a:t>工具：Claude Code-to-Figma 讀取網頁數據</a:t>
            </a:r>
          </a:p>
          <a:p>
            <a:pPr>
              <a:spcAft>
                <a:spcPts val="800"/>
              </a:spcAft>
            </a:pPr>
            <a:r>
              <a:t>方法：從完成的網頁直接產生 Guideline，免去人工排版</a:t>
            </a:r>
          </a:p>
          <a:p>
            <a:pPr>
              <a:spcAft>
                <a:spcPts val="800"/>
              </a:spcAft>
            </a:pPr>
            <a:r>
              <a:t>價值：實現「產出即規範」，確保設計與開發 100% 同步</a:t>
            </a:r>
          </a:p>
        </p:txBody>
      </p:sp>
      <p:pic>
        <p:nvPicPr>
          <p:cNvPr id="4" name="Picture 3" descr="design-system-gu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371600"/>
            <a:ext cx="7634941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八、結語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800"/>
              </a:spcAft>
            </a:pPr>
            <a:r>
              <a:t>1. 適材適所：設計師負責策略，AI 負責執行。</a:t>
            </a:r>
          </a:p>
          <a:p>
            <a:pPr>
              <a:spcAft>
                <a:spcPts val="800"/>
              </a:spcAft>
            </a:pPr>
            <a:r>
              <a:t>2. 閉環效率：從研究到規範產出的自動化。</a:t>
            </a:r>
          </a:p>
          <a:p>
            <a:pPr>
              <a:spcAft>
                <a:spcPts val="800"/>
              </a:spcAft>
            </a:pPr>
            <a:r>
              <a:t>3. 使用者價值：以 UX 策略為本，技術為輔。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